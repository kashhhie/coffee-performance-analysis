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92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44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73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5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30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41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62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600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52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82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796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791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982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0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854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5109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90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2C61A4-10C6-4ADB-9F50-0DB64239BF2F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8FC6-822F-4735-AA3C-397C48980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540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3594-101C-4965-B260-5250A0D2E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7812" y="1727807"/>
            <a:ext cx="9161929" cy="3402386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Coffee Performance &amp; Sales Data Analysis</a:t>
            </a:r>
            <a:br>
              <a:rPr lang="en-US" sz="3600" b="1" dirty="0"/>
            </a:br>
            <a:br>
              <a:rPr lang="en-US" sz="3600" dirty="0"/>
            </a:br>
            <a:r>
              <a:rPr lang="en-US" sz="2700" dirty="0"/>
              <a:t>Project Type: Sales &amp; Business Intelligence Dashboard</a:t>
            </a:r>
            <a:br>
              <a:rPr lang="en-US" sz="2700" dirty="0"/>
            </a:br>
            <a:r>
              <a:rPr lang="en-US" sz="2700" dirty="0"/>
              <a:t>Tool Used: Power BI</a:t>
            </a:r>
            <a:br>
              <a:rPr lang="en-US" sz="2700" dirty="0"/>
            </a:br>
            <a:r>
              <a:rPr lang="en-US" sz="2700" dirty="0"/>
              <a:t>Objective: Analyze coffee sales performance and identify key business insights</a:t>
            </a:r>
            <a:br>
              <a:rPr lang="en-US" sz="6000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343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841D4-445B-44F8-9CB7-539D04F54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524" y="1232646"/>
            <a:ext cx="9829147" cy="5074024"/>
          </a:xfrm>
        </p:spPr>
        <p:txBody>
          <a:bodyPr/>
          <a:lstStyle/>
          <a:p>
            <a:r>
              <a:rPr lang="en-US" sz="2400" b="1" dirty="0"/>
              <a:t>Objective of the Analysis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analyze total coffee sales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compare payment modes (Card vs Cash)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identify best-selling coffee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determine peak sales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actionable insights for business growth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023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9494-6861-4E4D-8E06-BEEEDC2E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49" y="914401"/>
            <a:ext cx="9160342" cy="4373968"/>
          </a:xfrm>
        </p:spPr>
        <p:txBody>
          <a:bodyPr/>
          <a:lstStyle/>
          <a:p>
            <a:r>
              <a:rPr lang="en-US" sz="2800" b="1" dirty="0"/>
              <a:t>Dataset Overview</a:t>
            </a:r>
            <a:br>
              <a:rPr lang="en-US" sz="2400" b="1" dirty="0"/>
            </a:br>
            <a:br>
              <a:rPr lang="en-US" sz="2400" dirty="0"/>
            </a:br>
            <a:r>
              <a:rPr lang="en-US" sz="2400" dirty="0"/>
              <a:t>Sales transaction data</a:t>
            </a:r>
            <a:br>
              <a:rPr lang="en-US" sz="2400" dirty="0"/>
            </a:br>
            <a:r>
              <a:rPr lang="en-US" sz="2400" dirty="0"/>
              <a:t>Fields included:</a:t>
            </a:r>
            <a:br>
              <a:rPr lang="en-US" sz="2400" dirty="0"/>
            </a:br>
            <a:r>
              <a:rPr lang="en-US" sz="2400" dirty="0"/>
              <a:t>Date / Month</a:t>
            </a:r>
            <a:br>
              <a:rPr lang="en-US" sz="2400" dirty="0"/>
            </a:br>
            <a:r>
              <a:rPr lang="en-US" sz="2400" dirty="0"/>
              <a:t>Coffee Type</a:t>
            </a:r>
            <a:br>
              <a:rPr lang="en-US" sz="2400" dirty="0"/>
            </a:br>
            <a:r>
              <a:rPr lang="en-US" sz="2400" dirty="0"/>
              <a:t>Sales Amount</a:t>
            </a:r>
            <a:br>
              <a:rPr lang="en-US" sz="2400" dirty="0"/>
            </a:br>
            <a:r>
              <a:rPr lang="en-US" sz="2400" dirty="0"/>
              <a:t>Payment Mode (Card / Cash)</a:t>
            </a:r>
            <a:br>
              <a:rPr lang="en-US" sz="2400" dirty="0"/>
            </a:br>
            <a:r>
              <a:rPr lang="en-US" sz="2400" dirty="0"/>
              <a:t>Data used to generate KPIs and visual insights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9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2FE195-4041-4C64-A8BB-39BA61BD1476}"/>
              </a:ext>
            </a:extLst>
          </p:cNvPr>
          <p:cNvSpPr txBox="1"/>
          <p:nvPr/>
        </p:nvSpPr>
        <p:spPr>
          <a:xfrm>
            <a:off x="1129553" y="1707776"/>
            <a:ext cx="89154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Key Performance Indicators (KPIs)</a:t>
            </a:r>
          </a:p>
          <a:p>
            <a:endParaRPr lang="en-US" sz="2000" b="1" dirty="0"/>
          </a:p>
          <a:p>
            <a:r>
              <a:rPr lang="en-US" sz="2000" b="1" dirty="0"/>
              <a:t>Total Sales:</a:t>
            </a:r>
            <a:r>
              <a:rPr lang="en-US" sz="2000" dirty="0"/>
              <a:t> 37,508</a:t>
            </a:r>
            <a:br>
              <a:rPr lang="en-US" sz="2000" dirty="0"/>
            </a:br>
            <a:r>
              <a:rPr lang="en-US" sz="2000" b="1" dirty="0"/>
              <a:t>Total Card Transactions:</a:t>
            </a:r>
            <a:r>
              <a:rPr lang="en-US" sz="2000" dirty="0"/>
              <a:t> 1,044</a:t>
            </a:r>
            <a:br>
              <a:rPr lang="en-US" sz="2000" dirty="0"/>
            </a:br>
            <a:r>
              <a:rPr lang="en-US" sz="2000" b="1" dirty="0"/>
              <a:t>Total Cash Transactions:</a:t>
            </a:r>
            <a:r>
              <a:rPr lang="en-US" sz="2000" dirty="0"/>
              <a:t> 1,133</a:t>
            </a:r>
            <a:br>
              <a:rPr lang="en-US" sz="2000" dirty="0"/>
            </a:br>
            <a:r>
              <a:rPr lang="en-US" sz="2000" b="1" dirty="0"/>
              <a:t>Best Selling Product:</a:t>
            </a:r>
            <a:r>
              <a:rPr lang="en-US" sz="2000" dirty="0"/>
              <a:t> Latte</a:t>
            </a:r>
          </a:p>
          <a:p>
            <a:endParaRPr lang="en-US" sz="2000" dirty="0"/>
          </a:p>
          <a:p>
            <a:r>
              <a:rPr lang="en-US" sz="2000" dirty="0"/>
              <a:t>These KPIs provide a quick snapshot of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383413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6F261A-0C5E-4270-B023-44A879C66F62}"/>
              </a:ext>
            </a:extLst>
          </p:cNvPr>
          <p:cNvSpPr txBox="1"/>
          <p:nvPr/>
        </p:nvSpPr>
        <p:spPr>
          <a:xfrm>
            <a:off x="900952" y="1371599"/>
            <a:ext cx="99508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Best Selling Product – Latte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Latte generated the highest revenue contribution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Strong customer demand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Can introduce: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Flavored Latte variations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Combo offers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Loyalty rewards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Business Recommendation:</a:t>
            </a:r>
            <a:r>
              <a:rPr lang="en-US" sz="2000" dirty="0"/>
              <a:t> Focus on premium Latte marketing.</a:t>
            </a:r>
          </a:p>
        </p:txBody>
      </p:sp>
    </p:spTree>
    <p:extLst>
      <p:ext uri="{BB962C8B-B14F-4D97-AF65-F5344CB8AC3E}">
        <p14:creationId xmlns:p14="http://schemas.microsoft.com/office/powerpoint/2010/main" val="260290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CF157-B49F-485A-9D9F-2C2885A8F823}"/>
              </a:ext>
            </a:extLst>
          </p:cNvPr>
          <p:cNvSpPr txBox="1"/>
          <p:nvPr/>
        </p:nvSpPr>
        <p:spPr>
          <a:xfrm>
            <a:off x="1465729" y="1775012"/>
            <a:ext cx="89422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Monthly Sales Trend Analysis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Sales fluctuated across months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Clear growth pattern observed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Seasonal variation visible</a:t>
            </a:r>
          </a:p>
          <a:p>
            <a:endParaRPr lang="en-US" sz="2000" dirty="0"/>
          </a:p>
          <a:p>
            <a:r>
              <a:rPr lang="en-US" sz="2000" b="1" dirty="0"/>
              <a:t>Peak Month:</a:t>
            </a:r>
            <a:r>
              <a:rPr lang="en-US" sz="2000" dirty="0"/>
              <a:t> May (Highest Sales Month)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905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403A38-8B55-483D-A863-CF7B81C27B2A}"/>
              </a:ext>
            </a:extLst>
          </p:cNvPr>
          <p:cNvSpPr txBox="1"/>
          <p:nvPr/>
        </p:nvSpPr>
        <p:spPr>
          <a:xfrm>
            <a:off x="914400" y="1169893"/>
            <a:ext cx="9144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Peak Month Analysis – May</a:t>
            </a:r>
          </a:p>
          <a:p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May recorded highest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Possible reasons: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Seasonal demand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Promotional offers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Increased customer footfall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Recommendation:</a:t>
            </a:r>
            <a:br>
              <a:rPr lang="en-US" sz="2000" dirty="0"/>
            </a:br>
            <a:r>
              <a:rPr lang="en-US" sz="2000" dirty="0"/>
              <a:t>Run major marketing campaigns during May to maximize revenue.</a:t>
            </a:r>
          </a:p>
        </p:txBody>
      </p:sp>
    </p:spTree>
    <p:extLst>
      <p:ext uri="{BB962C8B-B14F-4D97-AF65-F5344CB8AC3E}">
        <p14:creationId xmlns:p14="http://schemas.microsoft.com/office/powerpoint/2010/main" val="702263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185FE-41BF-43EF-BB71-B91168991C95}"/>
              </a:ext>
            </a:extLst>
          </p:cNvPr>
          <p:cNvSpPr txBox="1"/>
          <p:nvPr/>
        </p:nvSpPr>
        <p:spPr>
          <a:xfrm>
            <a:off x="1452282" y="2111188"/>
            <a:ext cx="957430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Business Insights &amp; Recommendations</a:t>
            </a:r>
          </a:p>
          <a:p>
            <a:endParaRPr lang="en-US" sz="2400" b="1" dirty="0"/>
          </a:p>
          <a:p>
            <a:pPr>
              <a:buFont typeface="+mj-lt"/>
              <a:buAutoNum type="arabicPeriod"/>
            </a:pPr>
            <a:r>
              <a:rPr lang="en-US" sz="2400" dirty="0"/>
              <a:t>Promote Latte-based offers to increase revenue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Encourage digital payments with cashback offers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Plan inventory based on peak month demand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Launch targeted promotions during high-performing months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Analyze low-performing products for improvement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869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3FA014-0B0F-48D1-9008-D8D25390A2ED}"/>
              </a:ext>
            </a:extLst>
          </p:cNvPr>
          <p:cNvSpPr txBox="1"/>
          <p:nvPr/>
        </p:nvSpPr>
        <p:spPr>
          <a:xfrm>
            <a:off x="1147482" y="1600200"/>
            <a:ext cx="989703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</a:t>
            </a:r>
          </a:p>
          <a:p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Total Sales reached 37,508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Cash slightly higher than card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Latte is the top-performing product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May is the highest sales month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Dashboard enables data-driven business decisions</a:t>
            </a:r>
          </a:p>
          <a:p>
            <a:endParaRPr lang="en-US" sz="2000" dirty="0"/>
          </a:p>
          <a:p>
            <a:r>
              <a:rPr lang="en-US" sz="2000" b="1" dirty="0"/>
              <a:t>This analysis helps improve profitability and operational efficiency.</a:t>
            </a: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226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315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Coffee Performance &amp; Sales Data Analysis  Project Type: Sales &amp; Business Intelligence Dashboard Tool Used: Power BI Objective: Analyze coffee sales performance and identify key business insights </vt:lpstr>
      <vt:lpstr>PowerPoint Presentation</vt:lpstr>
      <vt:lpstr>Dataset Overview  Sales transaction data Fields included: Date / Month Coffee Type Sales Amount Payment Mode (Card / Cash) Data used to generate KPIs and visual insights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Performance &amp; Sales Data Analysis  Project Type: Sales &amp; Business Intelligence Dashboard Tool Used: Power BI Objective: Analyze coffee sales performance and identify key business insights </dc:title>
  <dc:creator>kashish shivani</dc:creator>
  <cp:lastModifiedBy>kashish shivani</cp:lastModifiedBy>
  <cp:revision>2</cp:revision>
  <dcterms:created xsi:type="dcterms:W3CDTF">2026-02-24T07:43:31Z</dcterms:created>
  <dcterms:modified xsi:type="dcterms:W3CDTF">2026-02-24T07:53:27Z</dcterms:modified>
</cp:coreProperties>
</file>